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hyperlink" Target="https://www.paypal.com/ncp/payment/ZSSSATY2E654Y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fundme.com/f/emergency-relief-for-venezuela-earthquake-victims" TargetMode="External"/><Relationship Id="rId3" Type="http://schemas.openxmlformats.org/officeDocument/2006/relationships/hyperlink" Target="https://www.classy.org/give/537557/#!/donation/checkout" TargetMode="External"/><Relationship Id="rId5" Type="http://schemas.openxmlformats.org/officeDocument/2006/relationships/hyperlink" Target="https://www.zeffy.com/en-US/donation-form/help-the-impact-hub-caracas-community-recover-from-the-earthquakes" TargetMode="External"/><Relationship Id="rId1" Type="http://schemas.openxmlformats.org/officeDocument/2006/relationships/image" Target="../media/image-5-1.png"/><Relationship Id="rId4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cefusa.org/stories/venezuela-earthquakes-children-need-help-now" TargetMode="External"/><Relationship Id="rId5" Type="http://schemas.openxmlformats.org/officeDocument/2006/relationships/hyperlink" Target="https://msf.org.uk/article/venezuela-earthquakes-what-msf-doing-and-how-can-i-help" TargetMode="External"/><Relationship Id="rId7" Type="http://schemas.openxmlformats.org/officeDocument/2006/relationships/hyperlink" Target="https://www.icrc.org/en/donate" TargetMode="External"/><Relationship Id="rId9" Type="http://schemas.openxmlformats.org/officeDocument/2006/relationships/hyperlink" Target="https://wfpusa.org/news/wfp-usa-statement-venezuelan-earthquakes/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image" Target="../media/image-6-3.png"/><Relationship Id="rId6" Type="http://schemas.openxmlformats.org/officeDocument/2006/relationships/image" Target="../media/image-6-4.png"/><Relationship Id="rId8" Type="http://schemas.openxmlformats.org/officeDocument/2006/relationships/image" Target="../media/image-6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029200" cy="5029200"/>
          </a:xfrm>
          <a:prstGeom prst="ellipse">
            <a:avLst/>
          </a:prstGeom>
          <a:solidFill>
            <a:srgbClr val="1C6E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3840480" cy="3840480"/>
          </a:xfrm>
          <a:prstGeom prst="ellipse">
            <a:avLst/>
          </a:prstGeom>
          <a:solidFill>
            <a:srgbClr val="E2A23B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2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VENEZUELA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Canales de donación verificados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Terremoto M7.5 · Junio 2026 — Organizaciones, plataformas y cuentas bancarias para canalizar ayuda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referencia interno</a:t>
            </a:r>
            <a:pPr indent="0" marL="0">
              <a:buNone/>
            </a:pPr>
            <a:r>
              <a:rPr lang="en-US" sz="13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Automind Group   ·   28 jun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organizaciones activas en la respuesta al terremoto se agrupan en dos modalidades de recolección. La diferencia es operativa y clave para el donante.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C6E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77240" y="29992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0116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1488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2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520440" y="29992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cuentas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bancarias (VE)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21488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263640" y="29992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plataforma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20116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214884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9006840" y="299923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/ vías</a:t>
            </a:r>
            <a:endParaRPr lang="en-US" sz="12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depósito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297680"/>
            <a:ext cx="777240" cy="777240"/>
          </a:xfrm>
          <a:prstGeom prst="ellipse">
            <a:avLst/>
          </a:prstGeom>
          <a:solidFill>
            <a:srgbClr val="E2A23B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4453128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965960" y="431596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Depósito bancario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05840" y="50749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o pago móvil a cuentas locales en Venezuela (Bs) y wire internacional.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05840" y="5715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Cáritas Venezuela · DVC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172200" y="397764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92240" y="4297680"/>
            <a:ext cx="777240" cy="777240"/>
          </a:xfrm>
          <a:prstGeom prst="ellipse">
            <a:avLst/>
          </a:prstGeom>
          <a:solidFill>
            <a:srgbClr val="2E8BC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4453128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98080" y="431596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online</a:t>
            </a:r>
            <a:endParaRPr lang="en-US" sz="1900" dirty="0"/>
          </a:p>
        </p:txBody>
      </p:sp>
      <p:sp>
        <p:nvSpPr>
          <p:cNvPr id="26" name="Text 22"/>
          <p:cNvSpPr/>
          <p:nvPr/>
        </p:nvSpPr>
        <p:spPr>
          <a:xfrm>
            <a:off x="6537960" y="50749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con tarjeta vía pasarela web (GoFundMe, Classy, Zeffy o sitio propio).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537960" y="5715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WeLove · Impact Hub · UNICEF · MSF · ICRC · WFP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E2A2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Cáritas Venezuela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27048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 bancario (VE) · Wire internacional · PayPal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869680" y="5029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BEFD8"/>
          </a:solidFill>
          <a:ln/>
        </p:spPr>
      </p:sp>
      <p:sp>
        <p:nvSpPr>
          <p:cNvPr id="7" name="Text 4"/>
          <p:cNvSpPr/>
          <p:nvPr/>
        </p:nvSpPr>
        <p:spPr>
          <a:xfrm>
            <a:off x="9006840" y="5486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Titular: A.C. Caritas de Venezuela
</a:t>
            </a:r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RIF: J-30485697-0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600200"/>
            <a:ext cx="6766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965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7190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Provincial (BBVA)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37160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Ahorros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160520" y="1600200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0108 0032 31 0200000492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0080" y="2532888"/>
            <a:ext cx="6766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52344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26517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Mercantil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71600" y="29443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160520" y="2532888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0105 0699 92 1699059454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40080" y="3465576"/>
            <a:ext cx="6766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8503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5844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Nacional de Crédito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371600" y="38770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160520" y="3465576"/>
            <a:ext cx="3154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0191 0001 49 210101260010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7635240" y="1600200"/>
            <a:ext cx="3886200" cy="2697480"/>
          </a:xfrm>
          <a:prstGeom prst="roundRect">
            <a:avLst>
              <a:gd name="adj" fmla="val 339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810512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366760" y="18105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internacional (USD)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863840" y="2286000"/>
            <a:ext cx="3520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interm.: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 Morgan Chase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SWIFT: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CHASUS33XXX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Wire: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02100 0021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Benef.: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IOR (SWIFT IOPRVAVX)
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Cuenta: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41563002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favor de Caritas de Venezuela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640080" y="45262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2F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84632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25880" y="452628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(internacional): </a:t>
            </a:r>
            <a:pPr indent="0" marL="0">
              <a:buNone/>
            </a:pPr>
            <a:r>
              <a:rPr lang="en-US" sz="1400" u="sng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paypal.com/ncp/payment/ZSSSATY2E654Y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Cartas de Certificación de Donación (deducible de ISLR). Notificar el aporte por correo. Fuente: caritasvenezuela.org/donaciones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E2A2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492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Dividendo Voluntario para la Comunidad (DVC)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527048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 bancario (VE) · Pago Móvil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85623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Venezolano de Crédito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463040" y="21671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160520" y="16916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0104 0047 340 47 0067624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2743200"/>
            <a:ext cx="6766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290779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Mercantil Banco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463040" y="32186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160520" y="27432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0105 0806 128 80 6025457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7635240" y="169164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0E2A47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7863840" y="1874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Tpago Mercantil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863840" y="2377440"/>
            <a:ext cx="3520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Teléfono: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(0412) 332-1367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Banco: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Mercantil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RIF: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J-00057910-5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3977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Titular: </a:t>
            </a:r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Dividendo Voluntario para la Comunidad, A.C.   ·   </a:t>
            </a:r>
            <a:pPr indent="0" marL="0">
              <a:buNone/>
            </a:pPr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RIF: </a:t>
            </a:r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J-00057910-5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notificar el donativo a administracion@dividendovoluntario.org. Fuente: dividendovoluntario.org/dona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Plataformas de recaudación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locales que canalizan donaciones 100% por pasarela online (pago con tarjeta).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731520" cy="731520"/>
          </a:xfrm>
          <a:prstGeom prst="ellipse">
            <a:avLst/>
          </a:prstGeom>
          <a:solidFill>
            <a:srgbClr val="2E8B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3408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128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WeLove Foundation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92024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internacional 501(c)(3)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3246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· GoFundMe (campaña terremoto)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05840" y="3566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gofundme.com/f/emergency-relief-for-venezuela-earthquake-victims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· Classy (donación general)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05840" y="4480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classy.org/give/537557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8288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2194560"/>
            <a:ext cx="731520" cy="731520"/>
          </a:xfrm>
          <a:prstGeom prst="ellipse">
            <a:avLst/>
          </a:prstGeom>
          <a:solidFill>
            <a:srgbClr val="2E8BC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340864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52360" y="22128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Hub Caracas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45236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comunitaria local · Caracas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37960" y="3246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· Zeffy (100% a la causa)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537960" y="35661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zeffy.com — Help the Impact Hub Caracas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2E8B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457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Organizaciones internacionales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527048" y="9784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 emergencia vía sitio propio con pasarela online (tarjeta). Sin cuentas bancarias locales.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659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UNICEF Venezuela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05840" y="2560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Agua, alimentos, kits, protección infantil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005840" y="2971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unicefusa.org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72200" y="16002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9659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Doctors Without Borders (MSF)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537960" y="2560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médica · hospitales de campaña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537960" y="2971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msf.org.uk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7490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1148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4069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Cruz Roja Internacional (ICRC)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005840" y="4709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rescate · médico · refugio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005840" y="5120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icrc.org/en/donate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72200" y="37490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11480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23760" y="4069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Food Programme (WFP)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6537960" y="4709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alimentaria · logística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537960" y="5120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1C6E8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wfpusa.org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y próximos pasos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63755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828800"/>
            <a:ext cx="502920" cy="502920"/>
          </a:xfrm>
          <a:prstGeom prst="ellipse">
            <a:avLst/>
          </a:prstGeom>
          <a:solidFill>
            <a:srgbClr val="E2A23B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3080" y="1673352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siempre antes de donar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05740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cuenta/enlace en el sitio oficial de cada organización; las cuentas en Bs y el RIF pueden actualizarse.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761488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63755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3035808"/>
            <a:ext cx="502920" cy="502920"/>
          </a:xfrm>
          <a:prstGeom prst="ellipse">
            <a:avLst/>
          </a:prstGeom>
          <a:solidFill>
            <a:srgbClr val="E2A23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83080" y="2880360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rutas claras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32644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Donante en Venezuela → Cáritas o DVC (transferencia/Pago Móvil). Donante en el exterior → plataformas o wire/PayPal de Cáritas.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968496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6375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4242816"/>
            <a:ext cx="502920" cy="502920"/>
          </a:xfrm>
          <a:prstGeom prst="ellipse">
            <a:avLst/>
          </a:prstGeom>
          <a:solidFill>
            <a:srgbClr val="E2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42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83080" y="4087368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Deducibilidad fiscal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4471416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Cáritas emite Cartas de Certificación de Donación (deducible de ISLR). WeLove es 501(c)(3) en EE.UU.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175504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6375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5449824"/>
            <a:ext cx="502920" cy="502920"/>
          </a:xfrm>
          <a:prstGeom prst="ellipse">
            <a:avLst/>
          </a:prstGeom>
          <a:solidFill>
            <a:srgbClr val="E2A23B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5449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83080" y="5294376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Notificar el aporte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83080" y="5678424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Cáritas y DVC piden notificar el donativo por correo para su registro.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 Venezuela — Canales de Donación</dc:title>
  <dc:subject>PptxGenJS Presentation</dc:subject>
  <dc:creator>Automind Group</dc:creator>
  <cp:lastModifiedBy>Automind Group</cp:lastModifiedBy>
  <cp:revision>1</cp:revision>
  <dcterms:created xsi:type="dcterms:W3CDTF">2026-06-28T09:40:11Z</dcterms:created>
  <dcterms:modified xsi:type="dcterms:W3CDTF">2026-06-28T09:40:11Z</dcterms:modified>
</cp:coreProperties>
</file>